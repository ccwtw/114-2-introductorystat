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89" d="100"/>
          <a:sy n="89" d="100"/>
        </p:scale>
        <p:origin x="64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47AFC9-6D2E-41D3-BEC1-34958696FE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1DC82FB-59D0-47F1-9931-65D9F499FC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917537C-AED2-487C-8C97-EAF960AB5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212C5-0633-4C3B-9F23-35B4148EA4C9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EFABB3D-26E4-44E6-91CB-BAAFD715C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9E74CCD-F8B6-41F6-9451-F79B549FA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A4B5-33B8-4946-BCB4-B98E616337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144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BC9D6C-8F76-4F1C-9A8E-1692259FA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080918B-987B-4506-BD15-4C7C75CB4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354D9A9-BC39-4475-859B-10118FBE5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212C5-0633-4C3B-9F23-35B4148EA4C9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B39AFE2-98F5-45B2-8A64-84458F574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EA64E33-7CD9-4920-9BB3-D3C2D0670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A4B5-33B8-4946-BCB4-B98E616337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3531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B5A66F-9199-4733-84DF-785FD4614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501490C-09FB-4183-9342-8B79182A9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41B3374-93EB-4D83-982C-A31B13EC8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212C5-0633-4C3B-9F23-35B4148EA4C9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5816C7C-FC48-4FAC-94B0-F79DC90D8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3C111EA-B282-436F-8BA8-8BA09F1C6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A4B5-33B8-4946-BCB4-B98E616337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0451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2A8D1D-6D4C-41D1-98F0-344B07DBC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7FEB49E-64C9-4320-A36E-7A5CF70CE2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4674A62-86D7-4EED-8290-69DB6B3587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BA0A935-DF9D-44E6-9A68-2C442A23B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212C5-0633-4C3B-9F23-35B4148EA4C9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660DBA6-227B-4CE1-9B41-105CAC2EF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EBCEB03-4300-4C9E-845B-DBF261215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A4B5-33B8-4946-BCB4-B98E616337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603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7AAA2C-70AB-4A13-967A-7973E00E5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C33B5CB-B654-48E0-8990-5D97BF7AB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E9B8864-2745-44D6-95D8-7A2D83546A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2D1D454-BDCD-4B66-AA3B-81887041B8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E866B93-E6A8-4C9F-8672-6A63C179BE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659FFDF-F03E-4D9E-926F-A587A88BC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212C5-0633-4C3B-9F23-35B4148EA4C9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AFDE192-7788-4039-B128-04546DDC6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D8E43F2-3DEE-42FD-BAAA-796BE8741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A4B5-33B8-4946-BCB4-B98E616337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8515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394726-D60B-4250-B19D-7D4D32BF1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E1D8F5B-189F-4651-8C61-8876DA700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212C5-0633-4C3B-9F23-35B4148EA4C9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C9F909C-9E0C-44ED-A464-8771045C9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5F01A86-B67A-4542-A421-DEFDCE52F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A4B5-33B8-4946-BCB4-B98E616337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033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CE26FCB-A6DE-4D08-B69A-8FBD74F80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212C5-0633-4C3B-9F23-35B4148EA4C9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99FAA39-396E-4FA8-9C73-37849F111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999F1FA-A1AF-431E-A697-D1D694446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A4B5-33B8-4946-BCB4-B98E616337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4838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613EE1-8734-4192-B9C8-92A283BA1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B0C8C8-7E49-41B0-9859-EEC3C4122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7898F6C-14C1-467B-87EE-3326B3C98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F9D0564-5CA6-42E1-89E0-6EC91C650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212C5-0633-4C3B-9F23-35B4148EA4C9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1788AAF-ECAD-4C78-9289-0C94DD13D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4044E29-9345-4FAF-9CD0-6494D2584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A4B5-33B8-4946-BCB4-B98E616337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0465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60DE82-1074-4628-A981-D190945EE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48C445D-8FEC-4E4E-B402-487F1B14BF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C5ECFE0-BFBC-43A6-B6EB-54593E9B8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F4A6F9F-DADB-41A2-8FD3-F9C3CD0AB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212C5-0633-4C3B-9F23-35B4148EA4C9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3EA5EED-2A99-494A-AEF7-4981553F9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8B5A089-8D93-484B-8411-1BA9B367C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A4B5-33B8-4946-BCB4-B98E616337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7430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6D002D-2719-4A4C-8231-DCD00DE23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5900284-ACAD-4D4B-A7F7-64F2974BE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06E09C6-59E5-4697-B341-FB8D6781B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212C5-0633-4C3B-9F23-35B4148EA4C9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94A578-5B47-4109-BD8E-A0EA90047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7E1946E-B425-4A82-A06B-EBCDF7431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A4B5-33B8-4946-BCB4-B98E616337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7867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3E0BF21-866E-4E9F-8245-0095064263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52A381D-EB21-4D06-8FC2-8DE120A59E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8E52BA1-4F50-4EC3-B0A6-723359853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212C5-0633-4C3B-9F23-35B4148EA4C9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2FBD90F-2D6F-438B-BCD3-54892A78B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8487F5B-8FE2-449C-AFB0-1AD181FD5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1A4B5-33B8-4946-BCB4-B98E616337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4634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CA4FA4E-BFA2-40BB-BD87-94C98E405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B9F06F0-EB3D-49AC-8C58-A5C41D909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995CF8-9F4A-4ECD-9469-43E7A9977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C212C5-0633-4C3B-9F23-35B4148EA4C9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AD78C2-2751-4F4E-A5A5-D71C9DA3A2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16648E3-196F-46B0-8F03-3B47063184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E1A4B5-33B8-4946-BCB4-B98E616337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2666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C392B2-0710-44FD-AA70-0EFE7BF20B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7200" b="1" dirty="0"/>
              <a:t>var  &lt;-   15</a:t>
            </a:r>
            <a:endParaRPr lang="zh-TW" altLang="en-US" sz="7200" b="1" dirty="0"/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7D0CA686-5417-4EB7-8F35-29ABBD28F541}"/>
              </a:ext>
            </a:extLst>
          </p:cNvPr>
          <p:cNvCxnSpPr/>
          <p:nvPr/>
        </p:nvCxnSpPr>
        <p:spPr>
          <a:xfrm>
            <a:off x="4265654" y="3305979"/>
            <a:ext cx="1027216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10FC6ABB-D81B-4163-8D29-66B60975BF62}"/>
              </a:ext>
            </a:extLst>
          </p:cNvPr>
          <p:cNvCxnSpPr/>
          <p:nvPr/>
        </p:nvCxnSpPr>
        <p:spPr>
          <a:xfrm flipH="1">
            <a:off x="3088480" y="3500841"/>
            <a:ext cx="1314450" cy="611981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3DF76985-354B-415D-8097-7135A5ADDA67}"/>
              </a:ext>
            </a:extLst>
          </p:cNvPr>
          <p:cNvSpPr txBox="1"/>
          <p:nvPr/>
        </p:nvSpPr>
        <p:spPr>
          <a:xfrm>
            <a:off x="1407319" y="4164001"/>
            <a:ext cx="210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C00000"/>
                </a:solidFill>
              </a:rPr>
              <a:t>Variable or Object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3828AF04-59F1-48EC-92EA-95D5D1B92E6F}"/>
              </a:ext>
            </a:extLst>
          </p:cNvPr>
          <p:cNvCxnSpPr>
            <a:cxnSpLocks/>
          </p:cNvCxnSpPr>
          <p:nvPr/>
        </p:nvCxnSpPr>
        <p:spPr>
          <a:xfrm>
            <a:off x="5729705" y="3305979"/>
            <a:ext cx="732589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96FF4188-B581-4E29-A288-7A0636F4A8FB}"/>
              </a:ext>
            </a:extLst>
          </p:cNvPr>
          <p:cNvCxnSpPr>
            <a:cxnSpLocks/>
          </p:cNvCxnSpPr>
          <p:nvPr/>
        </p:nvCxnSpPr>
        <p:spPr>
          <a:xfrm>
            <a:off x="6095999" y="3429000"/>
            <a:ext cx="0" cy="683822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13B33F0-7980-4BF3-96E0-1F97DFF3A6E6}"/>
              </a:ext>
            </a:extLst>
          </p:cNvPr>
          <p:cNvSpPr txBox="1"/>
          <p:nvPr/>
        </p:nvSpPr>
        <p:spPr>
          <a:xfrm>
            <a:off x="5017293" y="4164001"/>
            <a:ext cx="2376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00B050"/>
                </a:solidFill>
              </a:rPr>
              <a:t>Assignment operator</a:t>
            </a:r>
            <a:endParaRPr lang="zh-TW" altLang="en-US" b="1" dirty="0">
              <a:solidFill>
                <a:srgbClr val="00B050"/>
              </a:solidFill>
            </a:endParaRPr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0300A503-0704-46B1-8D21-17820793047F}"/>
              </a:ext>
            </a:extLst>
          </p:cNvPr>
          <p:cNvCxnSpPr/>
          <p:nvPr/>
        </p:nvCxnSpPr>
        <p:spPr>
          <a:xfrm>
            <a:off x="7061242" y="3365510"/>
            <a:ext cx="1027216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7CBD6D76-A0D4-41F2-A3E6-39D0A97AA075}"/>
              </a:ext>
            </a:extLst>
          </p:cNvPr>
          <p:cNvCxnSpPr>
            <a:cxnSpLocks/>
          </p:cNvCxnSpPr>
          <p:nvPr/>
        </p:nvCxnSpPr>
        <p:spPr>
          <a:xfrm>
            <a:off x="7818479" y="3527813"/>
            <a:ext cx="915111" cy="618338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C7C6341-3E6A-4E6C-A6F7-7C061D98F991}"/>
              </a:ext>
            </a:extLst>
          </p:cNvPr>
          <p:cNvSpPr txBox="1"/>
          <p:nvPr/>
        </p:nvSpPr>
        <p:spPr>
          <a:xfrm>
            <a:off x="8181975" y="4169167"/>
            <a:ext cx="210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rgbClr val="002060"/>
                </a:solidFill>
              </a:rPr>
              <a:t>Value or Data</a:t>
            </a:r>
            <a:endParaRPr lang="zh-TW" altLang="en-US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0411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寬螢幕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佈景主題</vt:lpstr>
      <vt:lpstr>var  &lt;-   15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  &lt;-   15</dc:title>
  <dc:creator>俊欽 王</dc:creator>
  <cp:lastModifiedBy>俊欽 王</cp:lastModifiedBy>
  <cp:revision>1</cp:revision>
  <dcterms:created xsi:type="dcterms:W3CDTF">2026-03-16T12:45:27Z</dcterms:created>
  <dcterms:modified xsi:type="dcterms:W3CDTF">2026-03-16T12:45:38Z</dcterms:modified>
</cp:coreProperties>
</file>